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</vt:lpstr>
      <vt:lpstr>SimSun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</dc:creator>
  <cp:lastModifiedBy>Happiness Neema Jr.</cp:lastModifiedBy>
  <cp:revision>3</cp:revision>
  <dcterms:created xsi:type="dcterms:W3CDTF">2025-07-23T00:59:00Z</dcterms:created>
  <dcterms:modified xsi:type="dcterms:W3CDTF">2026-03-06T01:28:07Z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72B9478A8F7F4217B30FF44C9CF7BA95_11</vt:lpwstr>
  </property>
  <property fmtid="{D5CDD505-2E9C-101B-9397-08002B2CF9AE}" pid="3" name="KSOProductBuildVer">
    <vt:lpwstr>1033-12.2.0.23196</vt:lpwstr>
  </property>
</Properties>
</file>