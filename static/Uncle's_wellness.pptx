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68" r:id="rId4"/>
    <p:sldId id="257" r:id="rId5"/>
    <p:sldId id="262" r:id="rId6"/>
    <p:sldId id="264" r:id="rId7"/>
    <p:sldId id="258" r:id="rId8"/>
    <p:sldId id="260" r:id="rId9"/>
    <p:sldId id="261" r:id="rId10"/>
    <p:sldId id="259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894330" cy="938530"/>
          </a:xfrm>
        </p:spPr>
        <p:txBody>
          <a:bodyPr/>
          <a:p>
            <a:r>
              <a:rPr lang="en-US"/>
              <a:t>Home page</a:t>
            </a:r>
            <a:endParaRPr lang="en-US"/>
          </a:p>
        </p:txBody>
      </p:sp>
      <p:pic>
        <p:nvPicPr>
          <p:cNvPr id="4" name="Content Placeholder 3" descr="chrome_yr2x75jWD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7565" y="1303655"/>
            <a:ext cx="10634345" cy="4873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Product Listing with Categories</a:t>
            </a:r>
            <a:endParaRPr lang="en-US"/>
          </a:p>
        </p:txBody>
      </p:sp>
      <p:pic>
        <p:nvPicPr>
          <p:cNvPr id="4" name="Content Placeholder 3" descr="chrome_7fxOo5XIm8"/>
          <p:cNvPicPr>
            <a:picLocks noChangeAspect="1"/>
          </p:cNvPicPr>
          <p:nvPr>
            <p:ph idx="1"/>
          </p:nvPr>
        </p:nvPicPr>
        <p:blipFill>
          <a:blip r:embed="rId1"/>
          <a:srcRect r="1425"/>
          <a:stretch>
            <a:fillRect/>
          </a:stretch>
        </p:blipFill>
        <p:spPr>
          <a:xfrm>
            <a:off x="838835" y="1825625"/>
            <a:ext cx="105149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Attributes</a:t>
            </a:r>
            <a:endParaRPr lang="en-US"/>
          </a:p>
        </p:txBody>
      </p:sp>
      <p:pic>
        <p:nvPicPr>
          <p:cNvPr id="4" name="Content Placeholder 3" descr="chrome_Cie80sxwvl"/>
          <p:cNvPicPr>
            <a:picLocks noChangeAspect="1"/>
          </p:cNvPicPr>
          <p:nvPr>
            <p:ph idx="1"/>
          </p:nvPr>
        </p:nvPicPr>
        <p:blipFill>
          <a:blip r:embed="rId1"/>
          <a:srcRect l="1042" t="934" r="1255" b="-934"/>
          <a:stretch>
            <a:fillRect/>
          </a:stretch>
        </p:blipFill>
        <p:spPr>
          <a:xfrm>
            <a:off x="838200" y="1825625"/>
            <a:ext cx="105162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chrome_w7AMUlYivS"/>
          <p:cNvPicPr>
            <a:picLocks noChangeAspect="1"/>
          </p:cNvPicPr>
          <p:nvPr>
            <p:ph idx="1"/>
          </p:nvPr>
        </p:nvPicPr>
        <p:blipFill>
          <a:blip r:embed="rId1"/>
          <a:srcRect r="1058"/>
          <a:stretch>
            <a:fillRect/>
          </a:stretch>
        </p:blipFill>
        <p:spPr>
          <a:xfrm>
            <a:off x="838835" y="840740"/>
            <a:ext cx="10594975" cy="5336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Description for each product</a:t>
            </a:r>
            <a:endParaRPr lang="en-US"/>
          </a:p>
        </p:txBody>
      </p:sp>
      <p:pic>
        <p:nvPicPr>
          <p:cNvPr id="4" name="Content Placeholder 3" descr="chrome_wCE8rXnxa6"/>
          <p:cNvPicPr>
            <a:picLocks noChangeAspect="1"/>
          </p:cNvPicPr>
          <p:nvPr>
            <p:ph idx="1"/>
          </p:nvPr>
        </p:nvPicPr>
        <p:blipFill>
          <a:blip r:embed="rId1"/>
          <a:srcRect r="1165"/>
          <a:stretch>
            <a:fillRect/>
          </a:stretch>
        </p:blipFill>
        <p:spPr>
          <a:xfrm>
            <a:off x="838835" y="1825625"/>
            <a:ext cx="105149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chrome_c4yDbWcgzE"/>
          <p:cNvPicPr>
            <a:picLocks noChangeAspect="1"/>
          </p:cNvPicPr>
          <p:nvPr>
            <p:ph idx="1"/>
          </p:nvPr>
        </p:nvPicPr>
        <p:blipFill>
          <a:blip r:embed="rId1"/>
          <a:srcRect r="917"/>
          <a:stretch>
            <a:fillRect/>
          </a:stretch>
        </p:blipFill>
        <p:spPr>
          <a:xfrm>
            <a:off x="892810" y="1569085"/>
            <a:ext cx="10472420" cy="46081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92810" y="674370"/>
            <a:ext cx="10447020" cy="894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400"/>
              <a:t>Shopping Cart</a:t>
            </a:r>
            <a:endParaRPr lang="en-US"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Checkout</a:t>
            </a:r>
            <a:endParaRPr lang="en-US"/>
          </a:p>
        </p:txBody>
      </p:sp>
      <p:pic>
        <p:nvPicPr>
          <p:cNvPr id="4" name="Content Placeholder 3" descr="chrome_hxO2knAfqQ"/>
          <p:cNvPicPr>
            <a:picLocks noChangeAspect="1"/>
          </p:cNvPicPr>
          <p:nvPr>
            <p:ph idx="1"/>
          </p:nvPr>
        </p:nvPicPr>
        <p:blipFill>
          <a:blip r:embed="rId1"/>
          <a:srcRect r="1211"/>
          <a:stretch>
            <a:fillRect/>
          </a:stretch>
        </p:blipFill>
        <p:spPr>
          <a:xfrm>
            <a:off x="838835" y="1825625"/>
            <a:ext cx="105149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chrome_jOn85uwNSv"/>
          <p:cNvPicPr>
            <a:picLocks noChangeAspect="1"/>
          </p:cNvPicPr>
          <p:nvPr>
            <p:ph idx="1"/>
          </p:nvPr>
        </p:nvPicPr>
        <p:blipFill>
          <a:blip r:embed="rId1"/>
          <a:srcRect r="1504"/>
          <a:stretch>
            <a:fillRect/>
          </a:stretch>
        </p:blipFill>
        <p:spPr>
          <a:xfrm>
            <a:off x="848360" y="920750"/>
            <a:ext cx="10532110" cy="5256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Collections Page</a:t>
            </a:r>
            <a:endParaRPr lang="en-US"/>
          </a:p>
        </p:txBody>
      </p:sp>
      <p:pic>
        <p:nvPicPr>
          <p:cNvPr id="4" name="Content Placeholder 3" descr="chrome_dDLP56bTWc"/>
          <p:cNvPicPr>
            <a:picLocks noChangeAspect="1"/>
          </p:cNvPicPr>
          <p:nvPr>
            <p:ph idx="1"/>
          </p:nvPr>
        </p:nvPicPr>
        <p:blipFill>
          <a:blip r:embed="rId1"/>
          <a:srcRect r="1462"/>
          <a:stretch>
            <a:fillRect/>
          </a:stretch>
        </p:blipFill>
        <p:spPr>
          <a:xfrm>
            <a:off x="983615" y="1691005"/>
            <a:ext cx="10370185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About Page</a:t>
            </a:r>
            <a:endParaRPr lang="en-US"/>
          </a:p>
        </p:txBody>
      </p:sp>
      <p:pic>
        <p:nvPicPr>
          <p:cNvPr id="4" name="Content Placeholder 3" descr="chrome_cK1q6iNn0Y"/>
          <p:cNvPicPr>
            <a:picLocks noChangeAspect="1"/>
          </p:cNvPicPr>
          <p:nvPr>
            <p:ph idx="1"/>
          </p:nvPr>
        </p:nvPicPr>
        <p:blipFill>
          <a:blip r:embed="rId1"/>
          <a:srcRect r="903"/>
          <a:stretch>
            <a:fillRect/>
          </a:stretch>
        </p:blipFill>
        <p:spPr>
          <a:xfrm>
            <a:off x="838835" y="1691005"/>
            <a:ext cx="10514965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chrome_Gf3PUm6mvb"/>
          <p:cNvPicPr>
            <a:picLocks noChangeAspect="1"/>
          </p:cNvPicPr>
          <p:nvPr>
            <p:ph idx="1"/>
          </p:nvPr>
        </p:nvPicPr>
        <p:blipFill>
          <a:blip r:embed="rId1"/>
          <a:srcRect r="911"/>
          <a:stretch>
            <a:fillRect/>
          </a:stretch>
        </p:blipFill>
        <p:spPr>
          <a:xfrm>
            <a:off x="838835" y="733425"/>
            <a:ext cx="10514965" cy="5443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Content Placeholder 8" descr="chrome_Omgy5hebRI"/>
          <p:cNvPicPr>
            <a:picLocks noChangeAspect="1"/>
          </p:cNvPicPr>
          <p:nvPr>
            <p:ph idx="1"/>
          </p:nvPr>
        </p:nvPicPr>
        <p:blipFill>
          <a:blip r:embed="rId1"/>
          <a:srcRect r="1772"/>
          <a:stretch>
            <a:fillRect/>
          </a:stretch>
        </p:blipFill>
        <p:spPr>
          <a:xfrm>
            <a:off x="838835" y="786765"/>
            <a:ext cx="10514965" cy="53905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WPS Presentation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Happiness Neema Jr.</cp:lastModifiedBy>
  <cp:revision>3</cp:revision>
  <dcterms:created xsi:type="dcterms:W3CDTF">2025-07-23T00:59:00Z</dcterms:created>
  <dcterms:modified xsi:type="dcterms:W3CDTF">2026-03-06T01:28:48Z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3941E9D771864139912F29E3255BC6F2_11</vt:lpwstr>
  </property>
  <property fmtid="{D5CDD505-2E9C-101B-9397-08002B2CF9AE}" pid="3" name="KSOProductBuildVer">
    <vt:lpwstr>1033-12.2.0.23196</vt:lpwstr>
  </property>
</Properties>
</file>